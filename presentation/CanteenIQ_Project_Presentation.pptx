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CanteenIQ: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An Intelligent Canteen Sales Analytics, Demand Forecasting, Simulation and Decision Support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Capstone Engineering Presentation | CanteenIQ Academic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Problem: Fragmented Canteen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Campus canteens face unpredictable demand surges, high perishable food waste, and long lunch queues without data support.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Traditional POS systems only record sales; they offer zero prescriptive guidance. | CanteenIQ Academic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Novelty Thesis: The Closed Decision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Data -&gt; Quality -&gt; Insight -&gt; Forecast -&gt; Plan -&gt; Simulate -&gt; Recommend -&gt; Decide -&gt; Track -&gt;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Combines descriptive, diagnostic, predictive, prescriptive, and simulation analytics into an explainable offline system. | CanteenIQ Academic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Frontend: React 18 + TypeScript + Vite + Tailwind + Recharts</a:t>
            </a:r>
            <a:br/>
            <a:r>
              <a:t>Backend: FastAPI + Python 3.10 + SQLite + scikit-learn + statsmodels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Strictly offline and zero-cost local architecture with no paid APIs. | CanteenIQ Academic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Synthetic Dataset Design (Canteen World Simulator)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Configurable institutional simulator modeling semester exams, cultural fests, weather impacts, and customer loyalty.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Same seed + same config = 100% reproducible benchmark dataset with SHA-256 manifest. | CanteenIQ Academic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Data Quality &amp; Quarantine Architecture (Data Studio)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Rule-based engine with 5-dimension quality scoring: Completeness, Validity, Uniqueness, Consistency, Timeliness.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Never silently drops corrupt records: isolates invalid entries to an audit-trailed quarantine table. | CanteenIQ Academic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Exploratory Data Analysis: Concentration &amp;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ABC Pareto analysis, Lorenz curve, Gini coefficient, and hour x weekday footfall heatmap matrix.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Live computed Gini coefficient shows strong revenue concentration; Class A items drive 70% of revenue. | CanteenIQ Academic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Statistical Analysis Laboratory &amp; Assumption Advisor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Hypothesis testing: Welch t-test / Mann-Whitney U, Chi-square independence, and ADF stationarity.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Assumption Advisor automatically checks normality and recommends parametric vs non-parametric tests. | CanteenIQ Academic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Demand Forecasting Studio: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Multi-model evaluation: Seasonal Naive baseline, Moving Average, Holt-Winters ETS, and Random Forest.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Strict chronological walk-forward rolling-origin backtesting with zero future data leakage. | CanteenIQ Academic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Forecast Leaderboard &amp; Model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Model leaderboard comparing MAE, RMSE, sMAPE%, and improvement over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Each model run exports a reproducible Model Card containing hyperparameters, split dates, and limitations. | CanteenIQ Academic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Product Association Mining &amp; Basket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Apriori / FP-Growth mining order-level multi-item baskets for Support, Confidence, Lift, Leverage, and Conviction.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Interactive network graph topology reveals evening study combos (Samosa + Masala Chai with 2.2x lift). | CanteenIQ Academic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Multi-Method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Detects unusual surges and drops using Robust MAD Z-Score, IQR, and Isolation Forest.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Benchmarked against injected ground-truth event labels to evaluate Precision, Recall, and F1 score. | CanteenIQ Academic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Smart Preparation Planner (Newsvendor-Enhanced)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Balances perishable overage cost (spoilage loss) against underage cost (lost gross margin).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Monte Carlo simulation estimates stock-out probability and expected leftover portions. | CanteenIQ Academic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What-If Business Scenario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Side-by-side comparison of price adjustments, demand shocks, discounts, and food cost inflation.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Tornado sensitivity chart and Monte Carlo uncertainty bands (P10, P50, P90). | CanteenIQ Academic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Menu Engineering Matrix (BCG-Style)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Classifies menu items into Stars, Plowhorses, Puzzles, and Dogs based on Popularity vs Margin.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Action guidance: Reprice Plowhorses, promote Puzzles with combo bundles, phase out declining Dogs. | CanteenIQ Academic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Pseudonymous Customer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RFM scoring and K-Means customer segmentation into Daily Loyalists, Regulars, and Occasionals.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Retention cohort heatmap tracks monthly repeat dining behavior while protecting student privacy. | CanteenIQ Academic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Canteen Digital Twin: Queue &amp; Staffing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Discrete-event queue model estimating hourly queue length, wait times, and counter utilization.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Recommends opening an express counter during lunch rush (12:30-13:45) to maintain sub-3-minute wait SLA. | CanteenIQ Academic 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Ask CanteenIQ: 100% Offline Analytics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Deterministic rule and intent parser interpreting natural language 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Returns plain-English answers, structured tables, recommended charts, and underlying mathematical formulas. | CanteenIQ Academic Project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Sustainability &amp; Waste Scenario Lab (Simulation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Compares naive preparation policies vs forecast-guided preparation on simulated inventory scenarios.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Disclaimer: Demonstrates hypothetical policy modeling; real waste reduction requires empirical kitchen logs. | CanteenIQ Academic Project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Decision Impact Tracker &amp; Causal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Closes the decision loop by tracking accepted recommendations against observed outcomes.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Explicit causal disclaimer: Before/after comparisons do not prove causality due to institutional confounders. | CanteenIQ Academic Project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Testing, Quality Assurance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Full backend pytest suite covering metrics, leakage-free splits, associations, newsvendor, and API contracts.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100% honest reporting: actual test execution logs recorded in TESTING_REPORT.md. | CanteenIQ Academic Project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Conclusion, Viva Defense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CanteenIQ demonstrates a complete, explainable decision support ecosystem for institutional canteens.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Ready for live viva defense: includes 60+ technical Q&amp;A, comprehensive glossary, and demo flow. | CanteenIQ Academic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